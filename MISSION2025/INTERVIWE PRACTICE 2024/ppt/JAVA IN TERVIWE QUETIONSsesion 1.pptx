
<file path=[Content_Types].xml><?xml version="1.0" encoding="utf-8"?>
<Types xmlns="http://schemas.openxmlformats.org/package/2006/content-types">
  <Default Extension="png" ContentType="image/png"/>
  <Default Extension="jpeg" ContentType="image/jpeg"/>
  <Default Extension="m4a" ContentType="audio/mp4"/>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8/17/2024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8/17/2024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8/17/2024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8/17/2024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8/17/2024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8/17/2024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8/17/2024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8/17/2024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8/17/2024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8/17/2024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8/17/2024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8/17/2024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8/17/2024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8/17/2024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8/17/2024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8/17/2024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8/17/2024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8/17/2024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63FF7-50B4-4407-842C-B2BB0526AD54}"/>
              </a:ext>
            </a:extLst>
          </p:cNvPr>
          <p:cNvSpPr>
            <a:spLocks noGrp="1"/>
          </p:cNvSpPr>
          <p:nvPr>
            <p:ph type="ctrTitle"/>
          </p:nvPr>
        </p:nvSpPr>
        <p:spPr/>
        <p:txBody>
          <a:bodyPr/>
          <a:lstStyle/>
          <a:p>
            <a:r>
              <a:rPr lang="en-US" dirty="0"/>
              <a:t>JAVA INTERVIEW QUETIONS</a:t>
            </a:r>
          </a:p>
        </p:txBody>
      </p:sp>
      <p:sp>
        <p:nvSpPr>
          <p:cNvPr id="3" name="Subtitle 2">
            <a:extLst>
              <a:ext uri="{FF2B5EF4-FFF2-40B4-BE49-F238E27FC236}">
                <a16:creationId xmlns:a16="http://schemas.microsoft.com/office/drawing/2014/main" id="{F5F857EA-F8DB-4B80-8D9A-15485B3FEBEB}"/>
              </a:ext>
            </a:extLst>
          </p:cNvPr>
          <p:cNvSpPr>
            <a:spLocks noGrp="1"/>
          </p:cNvSpPr>
          <p:nvPr>
            <p:ph type="subTitle" idx="1"/>
          </p:nvPr>
        </p:nvSpPr>
        <p:spPr>
          <a:xfrm>
            <a:off x="1164382" y="4777380"/>
            <a:ext cx="8825658" cy="861420"/>
          </a:xfrm>
        </p:spPr>
        <p:txBody>
          <a:bodyPr/>
          <a:lstStyle/>
          <a:p>
            <a:r>
              <a:rPr lang="en-US" dirty="0"/>
              <a:t>WE WILL LEAREN MOST ASK INTERVIEW QUESTION IN 2024 AND 2025</a:t>
            </a:r>
          </a:p>
        </p:txBody>
      </p:sp>
      <p:pic>
        <p:nvPicPr>
          <p:cNvPr id="4" name="Audio 3">
            <a:hlinkClick r:id="" action="ppaction://media"/>
            <a:extLst>
              <a:ext uri="{FF2B5EF4-FFF2-40B4-BE49-F238E27FC236}">
                <a16:creationId xmlns:a16="http://schemas.microsoft.com/office/drawing/2014/main" id="{DDD35CD1-3D09-4C64-830E-649DF28493E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633200" y="6299200"/>
            <a:ext cx="406400" cy="406400"/>
          </a:xfrm>
          <a:prstGeom prst="rect">
            <a:avLst/>
          </a:prstGeom>
        </p:spPr>
      </p:pic>
    </p:spTree>
    <p:extLst>
      <p:ext uri="{BB962C8B-B14F-4D97-AF65-F5344CB8AC3E}">
        <p14:creationId xmlns:p14="http://schemas.microsoft.com/office/powerpoint/2010/main" val="4283748218"/>
      </p:ext>
    </p:extLst>
  </p:cSld>
  <p:clrMapOvr>
    <a:masterClrMapping/>
  </p:clrMapOvr>
  <mc:AlternateContent xmlns:mc="http://schemas.openxmlformats.org/markup-compatibility/2006" xmlns:p14="http://schemas.microsoft.com/office/powerpoint/2010/main">
    <mc:Choice Requires="p14">
      <p:transition spd="slow" p14:dur="2000" advTm="15646"/>
    </mc:Choice>
    <mc:Fallback xmlns="">
      <p:transition spd="slow" advTm="156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BB79D-FF90-4C42-BFFA-61B48386D4C7}"/>
              </a:ext>
            </a:extLst>
          </p:cNvPr>
          <p:cNvSpPr>
            <a:spLocks noGrp="1"/>
          </p:cNvSpPr>
          <p:nvPr>
            <p:ph type="title"/>
          </p:nvPr>
        </p:nvSpPr>
        <p:spPr/>
        <p:txBody>
          <a:bodyPr/>
          <a:lstStyle/>
          <a:p>
            <a:r>
              <a:rPr lang="en-US" dirty="0"/>
              <a:t>What is </a:t>
            </a:r>
            <a:r>
              <a:rPr lang="en-US" u="sng" dirty="0"/>
              <a:t>Functional Interface</a:t>
            </a:r>
            <a:br>
              <a:rPr lang="en-US" dirty="0"/>
            </a:br>
            <a:r>
              <a:rPr lang="en-US" dirty="0"/>
              <a:t> in java </a:t>
            </a:r>
          </a:p>
        </p:txBody>
      </p:sp>
      <p:sp>
        <p:nvSpPr>
          <p:cNvPr id="3" name="Content Placeholder 2">
            <a:extLst>
              <a:ext uri="{FF2B5EF4-FFF2-40B4-BE49-F238E27FC236}">
                <a16:creationId xmlns:a16="http://schemas.microsoft.com/office/drawing/2014/main" id="{426CF65B-DD12-483F-AC67-AC4AD73980D6}"/>
              </a:ext>
            </a:extLst>
          </p:cNvPr>
          <p:cNvSpPr>
            <a:spLocks noGrp="1"/>
          </p:cNvSpPr>
          <p:nvPr>
            <p:ph idx="1"/>
          </p:nvPr>
        </p:nvSpPr>
        <p:spPr/>
        <p:txBody>
          <a:bodyPr>
            <a:normAutofit lnSpcReduction="10000"/>
          </a:bodyPr>
          <a:lstStyle/>
          <a:p>
            <a:pPr lvl="0"/>
            <a:r>
              <a:rPr lang="en-US" b="1" dirty="0"/>
              <a:t>a functional interface in Java is an interface that has exactly one abstract method. </a:t>
            </a:r>
          </a:p>
          <a:p>
            <a:pPr lvl="0"/>
            <a:r>
              <a:rPr lang="en-US" b="1" dirty="0"/>
              <a:t>It is used to facilitate functional programming by representing and passing behavior as a parameter.</a:t>
            </a:r>
          </a:p>
          <a:p>
            <a:pPr lvl="0"/>
            <a:r>
              <a:rPr lang="en-US" b="1" dirty="0"/>
              <a:t> Functional interfaces are often used with lambda expressions and method references. Annotating a functional interface with the @</a:t>
            </a:r>
            <a:r>
              <a:rPr lang="en-US" b="1" dirty="0" err="1"/>
              <a:t>FunctionalInterface</a:t>
            </a:r>
            <a:r>
              <a:rPr lang="en-US" b="1" dirty="0"/>
              <a:t> annotation helps validate its requirements and serves as documentation. </a:t>
            </a:r>
          </a:p>
          <a:p>
            <a:pPr lvl="0"/>
            <a:r>
              <a:rPr lang="en-US" b="1" dirty="0"/>
              <a:t>Java provides predefined functional interfaces in the </a:t>
            </a:r>
            <a:r>
              <a:rPr lang="en-US" b="1" dirty="0" err="1"/>
              <a:t>java.util.function</a:t>
            </a:r>
            <a:r>
              <a:rPr lang="en-US" b="1" dirty="0"/>
              <a:t> package, and they are widely used in the Stream API for performing functional-style operations on collections. Using functional interfaces allows for code reusability, modularity, and separation of concerns.</a:t>
            </a:r>
          </a:p>
          <a:p>
            <a:endParaRPr lang="en-US" b="1" dirty="0"/>
          </a:p>
        </p:txBody>
      </p:sp>
      <p:pic>
        <p:nvPicPr>
          <p:cNvPr id="4" name="Audio 3">
            <a:hlinkClick r:id="" action="ppaction://media"/>
            <a:extLst>
              <a:ext uri="{FF2B5EF4-FFF2-40B4-BE49-F238E27FC236}">
                <a16:creationId xmlns:a16="http://schemas.microsoft.com/office/drawing/2014/main" id="{6FEACB90-7460-4EF7-95D9-2E0CE67ABB8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633200" y="6299200"/>
            <a:ext cx="406400" cy="406400"/>
          </a:xfrm>
          <a:prstGeom prst="rect">
            <a:avLst/>
          </a:prstGeom>
        </p:spPr>
      </p:pic>
    </p:spTree>
    <p:extLst>
      <p:ext uri="{BB962C8B-B14F-4D97-AF65-F5344CB8AC3E}">
        <p14:creationId xmlns:p14="http://schemas.microsoft.com/office/powerpoint/2010/main" val="826195311"/>
      </p:ext>
    </p:extLst>
  </p:cSld>
  <p:clrMapOvr>
    <a:masterClrMapping/>
  </p:clrMapOvr>
  <mc:AlternateContent xmlns:mc="http://schemas.openxmlformats.org/markup-compatibility/2006" xmlns:p14="http://schemas.microsoft.com/office/powerpoint/2010/main">
    <mc:Choice Requires="p14">
      <p:transition spd="slow" p14:dur="2000" advTm="109629"/>
    </mc:Choice>
    <mc:Fallback xmlns="">
      <p:transition spd="slow" advTm="1096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F32FE-939A-4E77-AB4F-DA11D050D53F}"/>
              </a:ext>
            </a:extLst>
          </p:cNvPr>
          <p:cNvSpPr>
            <a:spLocks noGrp="1"/>
          </p:cNvSpPr>
          <p:nvPr>
            <p:ph type="title"/>
          </p:nvPr>
        </p:nvSpPr>
        <p:spPr/>
        <p:txBody>
          <a:bodyPr/>
          <a:lstStyle/>
          <a:p>
            <a:r>
              <a:rPr lang="en-US" dirty="0"/>
              <a:t>What is </a:t>
            </a:r>
            <a:r>
              <a:rPr lang="en-US" dirty="0" err="1"/>
              <a:t>Singletone</a:t>
            </a:r>
            <a:r>
              <a:rPr lang="en-US" dirty="0"/>
              <a:t> class in java </a:t>
            </a:r>
          </a:p>
        </p:txBody>
      </p:sp>
      <p:sp>
        <p:nvSpPr>
          <p:cNvPr id="3" name="Content Placeholder 2">
            <a:extLst>
              <a:ext uri="{FF2B5EF4-FFF2-40B4-BE49-F238E27FC236}">
                <a16:creationId xmlns:a16="http://schemas.microsoft.com/office/drawing/2014/main" id="{0507BDAB-1FF2-448C-BEB8-0A5FF4BAA549}"/>
              </a:ext>
            </a:extLst>
          </p:cNvPr>
          <p:cNvSpPr>
            <a:spLocks noGrp="1"/>
          </p:cNvSpPr>
          <p:nvPr>
            <p:ph idx="1"/>
          </p:nvPr>
        </p:nvSpPr>
        <p:spPr>
          <a:xfrm>
            <a:off x="867266" y="2271860"/>
            <a:ext cx="10473179" cy="4364610"/>
          </a:xfrm>
        </p:spPr>
        <p:txBody>
          <a:bodyPr>
            <a:normAutofit fontScale="92500" lnSpcReduction="20000"/>
          </a:bodyPr>
          <a:lstStyle/>
          <a:p>
            <a:pPr lvl="0"/>
            <a:r>
              <a:rPr lang="en-US" b="1" dirty="0"/>
              <a:t>In object-oriented programming, a java singleton class is a class that can have only one object (an instance of the class) at a time. After the first time, if we try to instantiate the Java Singleton classes, the new variable also points to the first instance created. </a:t>
            </a:r>
          </a:p>
          <a:p>
            <a:r>
              <a:rPr lang="en-US" b="1" dirty="0"/>
              <a:t> </a:t>
            </a:r>
          </a:p>
          <a:p>
            <a:r>
              <a:rPr lang="en-US" b="1" dirty="0"/>
              <a:t>Remember the key points while defining a class as a singleton class that is while designing a singleton class:</a:t>
            </a:r>
          </a:p>
          <a:p>
            <a:pPr lvl="0"/>
            <a:r>
              <a:rPr lang="en-US" b="1" dirty="0"/>
              <a:t>Make a constructor private.</a:t>
            </a:r>
          </a:p>
          <a:p>
            <a:pPr lvl="0"/>
            <a:r>
              <a:rPr lang="en-US" b="1" dirty="0"/>
              <a:t>Write a static method that has the return type object of this singleton class. Here, the concept of Lazy initialization is used to write this static method.</a:t>
            </a:r>
          </a:p>
          <a:p>
            <a:pPr lvl="0"/>
            <a:r>
              <a:rPr lang="en-US" b="1" dirty="0"/>
              <a:t>Purpose of Singleton Class</a:t>
            </a:r>
          </a:p>
          <a:p>
            <a:pPr lvl="0"/>
            <a:r>
              <a:rPr lang="en-US" b="1" dirty="0"/>
              <a:t>The primary purpose of a java Singleton class is to restrict the limit of the number of object creations to only one. This often ensures that there is access control to resources, for example, socket or database connection.</a:t>
            </a:r>
          </a:p>
          <a:p>
            <a:pPr lvl="0"/>
            <a:r>
              <a:rPr lang="en-US" b="1" dirty="0"/>
              <a:t>Memory space wastage does not occur with the use of the singleton class because it restricts instance creation. As the object creation will take place only once instead of creating it each time a new request is made.</a:t>
            </a:r>
          </a:p>
          <a:p>
            <a:endParaRPr lang="en-US" b="1" dirty="0"/>
          </a:p>
        </p:txBody>
      </p:sp>
      <p:pic>
        <p:nvPicPr>
          <p:cNvPr id="4" name="Audio 3">
            <a:hlinkClick r:id="" action="ppaction://media"/>
            <a:extLst>
              <a:ext uri="{FF2B5EF4-FFF2-40B4-BE49-F238E27FC236}">
                <a16:creationId xmlns:a16="http://schemas.microsoft.com/office/drawing/2014/main" id="{8039357D-B451-4020-96B2-5F512383A75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633200" y="6299200"/>
            <a:ext cx="406400" cy="406400"/>
          </a:xfrm>
          <a:prstGeom prst="rect">
            <a:avLst/>
          </a:prstGeom>
        </p:spPr>
      </p:pic>
    </p:spTree>
    <p:extLst>
      <p:ext uri="{BB962C8B-B14F-4D97-AF65-F5344CB8AC3E}">
        <p14:creationId xmlns:p14="http://schemas.microsoft.com/office/powerpoint/2010/main" val="2488651166"/>
      </p:ext>
    </p:extLst>
  </p:cSld>
  <p:clrMapOvr>
    <a:masterClrMapping/>
  </p:clrMapOvr>
  <mc:AlternateContent xmlns:mc="http://schemas.openxmlformats.org/markup-compatibility/2006" xmlns:p14="http://schemas.microsoft.com/office/powerpoint/2010/main">
    <mc:Choice Requires="p14">
      <p:transition spd="slow" p14:dur="2000" advTm="10613"/>
    </mc:Choice>
    <mc:Fallback xmlns="">
      <p:transition spd="slow" advTm="106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E402-39C7-4145-91FB-7267EC6BC0AE}"/>
              </a:ext>
            </a:extLst>
          </p:cNvPr>
          <p:cNvSpPr>
            <a:spLocks noGrp="1"/>
          </p:cNvSpPr>
          <p:nvPr>
            <p:ph type="title"/>
          </p:nvPr>
        </p:nvSpPr>
        <p:spPr/>
        <p:txBody>
          <a:bodyPr/>
          <a:lstStyle/>
          <a:p>
            <a:r>
              <a:rPr lang="en-US" dirty="0"/>
              <a:t>What is Interface in java </a:t>
            </a:r>
          </a:p>
        </p:txBody>
      </p:sp>
      <p:sp>
        <p:nvSpPr>
          <p:cNvPr id="3" name="Content Placeholder 2">
            <a:extLst>
              <a:ext uri="{FF2B5EF4-FFF2-40B4-BE49-F238E27FC236}">
                <a16:creationId xmlns:a16="http://schemas.microsoft.com/office/drawing/2014/main" id="{6C6A573A-EA00-4E7D-ADFF-8F92E566A630}"/>
              </a:ext>
            </a:extLst>
          </p:cNvPr>
          <p:cNvSpPr>
            <a:spLocks noGrp="1"/>
          </p:cNvSpPr>
          <p:nvPr>
            <p:ph idx="1"/>
          </p:nvPr>
        </p:nvSpPr>
        <p:spPr>
          <a:xfrm>
            <a:off x="914400" y="2309567"/>
            <a:ext cx="10680569" cy="4364609"/>
          </a:xfrm>
        </p:spPr>
        <p:txBody>
          <a:bodyPr>
            <a:normAutofit fontScale="77500" lnSpcReduction="20000"/>
          </a:bodyPr>
          <a:lstStyle/>
          <a:p>
            <a:pPr lvl="0"/>
            <a:r>
              <a:rPr lang="en-US" b="1" dirty="0"/>
              <a:t> Interfaces are a way to achieve abstraction in Java.</a:t>
            </a:r>
          </a:p>
          <a:p>
            <a:pPr lvl="0"/>
            <a:r>
              <a:rPr lang="en-US" b="1" dirty="0"/>
              <a:t>Interfaces are collections of abstract methods and constants.</a:t>
            </a:r>
          </a:p>
          <a:p>
            <a:pPr lvl="0"/>
            <a:r>
              <a:rPr lang="en-US" b="1" dirty="0"/>
              <a:t>Classes implement interfaces by providing implementations for their abstract methods.</a:t>
            </a:r>
          </a:p>
          <a:p>
            <a:pPr lvl="0"/>
            <a:r>
              <a:rPr lang="en-US" b="1" dirty="0"/>
              <a:t>.(in java 8)Interfaces can have default and static methods</a:t>
            </a:r>
          </a:p>
          <a:p>
            <a:pPr lvl="0"/>
            <a:r>
              <a:rPr lang="en-US" b="1" dirty="0"/>
              <a:t>Interfaces can extend other interfaces.</a:t>
            </a:r>
          </a:p>
          <a:p>
            <a:pPr lvl="0"/>
            <a:r>
              <a:rPr lang="en-US" b="1" dirty="0"/>
              <a:t>Interfaces can be used as marker interfaces.</a:t>
            </a:r>
          </a:p>
          <a:p>
            <a:pPr lvl="0"/>
            <a:r>
              <a:rPr lang="en-US" b="1" dirty="0"/>
              <a:t>Interfaces can be functional interfaces with a single abstract method.</a:t>
            </a:r>
          </a:p>
          <a:p>
            <a:pPr lvl="0"/>
            <a:r>
              <a:rPr lang="en-US" b="1" dirty="0"/>
              <a:t>In short, interfaces are a powerful tool that can be used to achieve abstraction, polymorphism, and multiple inheritance in Java.</a:t>
            </a:r>
          </a:p>
          <a:p>
            <a:pPr lvl="0"/>
            <a:r>
              <a:rPr lang="en-US" b="1" dirty="0"/>
              <a:t>Here are some of the key benefits of using interfaces in Java:</a:t>
            </a:r>
          </a:p>
          <a:p>
            <a:pPr lvl="0"/>
            <a:r>
              <a:rPr lang="en-US" b="1" dirty="0"/>
              <a:t>Abstraction: Interfaces allow you to abstract away the implementation details of a class, making it easier to use and understand.</a:t>
            </a:r>
          </a:p>
          <a:p>
            <a:pPr lvl="0"/>
            <a:r>
              <a:rPr lang="en-US" b="1" dirty="0"/>
              <a:t>Polymorphism: Interfaces allow you to use polymorphism, which means that you can treat different objects of different types in the same way.</a:t>
            </a:r>
          </a:p>
          <a:p>
            <a:pPr lvl="0"/>
            <a:r>
              <a:rPr lang="en-US" b="1" dirty="0"/>
              <a:t>Multiple inheritance: Interfaces allow you to achieve multiple inheritance, which means that a class can inherit from multiple interfaces.</a:t>
            </a:r>
          </a:p>
          <a:p>
            <a:endParaRPr lang="en-US" b="1" dirty="0"/>
          </a:p>
        </p:txBody>
      </p:sp>
      <p:pic>
        <p:nvPicPr>
          <p:cNvPr id="4" name="Audio 3">
            <a:hlinkClick r:id="" action="ppaction://media"/>
            <a:extLst>
              <a:ext uri="{FF2B5EF4-FFF2-40B4-BE49-F238E27FC236}">
                <a16:creationId xmlns:a16="http://schemas.microsoft.com/office/drawing/2014/main" id="{30BBDDB4-D9B5-41B8-B498-66B231C08C4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633200" y="6299200"/>
            <a:ext cx="406400" cy="406400"/>
          </a:xfrm>
          <a:prstGeom prst="rect">
            <a:avLst/>
          </a:prstGeom>
        </p:spPr>
      </p:pic>
    </p:spTree>
    <p:extLst>
      <p:ext uri="{BB962C8B-B14F-4D97-AF65-F5344CB8AC3E}">
        <p14:creationId xmlns:p14="http://schemas.microsoft.com/office/powerpoint/2010/main" val="4051793239"/>
      </p:ext>
    </p:extLst>
  </p:cSld>
  <p:clrMapOvr>
    <a:masterClrMapping/>
  </p:clrMapOvr>
  <mc:AlternateContent xmlns:mc="http://schemas.openxmlformats.org/markup-compatibility/2006" xmlns:p14="http://schemas.microsoft.com/office/powerpoint/2010/main">
    <mc:Choice Requires="p14">
      <p:transition spd="slow" p14:dur="2000" advTm="2149"/>
    </mc:Choice>
    <mc:Fallback xmlns="">
      <p:transition spd="slow" advTm="21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D8B3F-0FD2-45AF-9ABC-DED5EE320438}"/>
              </a:ext>
            </a:extLst>
          </p:cNvPr>
          <p:cNvSpPr>
            <a:spLocks noGrp="1"/>
          </p:cNvSpPr>
          <p:nvPr>
            <p:ph type="title"/>
          </p:nvPr>
        </p:nvSpPr>
        <p:spPr/>
        <p:txBody>
          <a:bodyPr/>
          <a:lstStyle/>
          <a:p>
            <a:r>
              <a:rPr lang="en-US" dirty="0"/>
              <a:t>What is diff </a:t>
            </a:r>
            <a:r>
              <a:rPr lang="en-US" u="sng" dirty="0"/>
              <a:t>Abstract classes and interfaces</a:t>
            </a:r>
            <a:br>
              <a:rPr lang="en-US" dirty="0"/>
            </a:br>
            <a:endParaRPr lang="en-US" dirty="0"/>
          </a:p>
        </p:txBody>
      </p:sp>
      <p:sp>
        <p:nvSpPr>
          <p:cNvPr id="3" name="Content Placeholder 2">
            <a:extLst>
              <a:ext uri="{FF2B5EF4-FFF2-40B4-BE49-F238E27FC236}">
                <a16:creationId xmlns:a16="http://schemas.microsoft.com/office/drawing/2014/main" id="{2E155E83-3EC1-4BC9-AAD9-DF257C8F5E51}"/>
              </a:ext>
            </a:extLst>
          </p:cNvPr>
          <p:cNvSpPr>
            <a:spLocks noGrp="1"/>
          </p:cNvSpPr>
          <p:nvPr>
            <p:ph idx="1"/>
          </p:nvPr>
        </p:nvSpPr>
        <p:spPr/>
        <p:txBody>
          <a:bodyPr>
            <a:normAutofit fontScale="92500"/>
          </a:bodyPr>
          <a:lstStyle/>
          <a:p>
            <a:pPr lvl="0"/>
            <a:r>
              <a:rPr lang="en-US" b="1" dirty="0"/>
              <a:t>Abstract classes are similar to regular classes, but they can contain abstract methods, which are methods that do not have an implementation. This means that abstract classes cannot be instantiated, but they can be extended by other classes. Abstract classes are often used to provide a base class for other classes, or to define a common interface that multiple classes can implement.</a:t>
            </a:r>
          </a:p>
          <a:p>
            <a:r>
              <a:rPr lang="en-US" b="1" dirty="0"/>
              <a:t> </a:t>
            </a:r>
          </a:p>
          <a:p>
            <a:pPr lvl="0"/>
            <a:r>
              <a:rPr lang="en-US" b="1" dirty="0"/>
              <a:t>Interfaces are a special type of class that only contains abstract methods and constants. Interfaces cannot be instantiated, but they can be implemented by other classes. Interfaces are often used to define a contract that different classes must agree to follow. This can be useful for ensuring that different classes can interact with each other in a consistent way.</a:t>
            </a:r>
          </a:p>
          <a:p>
            <a:endParaRPr lang="en-US" b="1" dirty="0"/>
          </a:p>
        </p:txBody>
      </p:sp>
      <p:pic>
        <p:nvPicPr>
          <p:cNvPr id="4" name="Audio 3">
            <a:hlinkClick r:id="" action="ppaction://media"/>
            <a:extLst>
              <a:ext uri="{FF2B5EF4-FFF2-40B4-BE49-F238E27FC236}">
                <a16:creationId xmlns:a16="http://schemas.microsoft.com/office/drawing/2014/main" id="{4DAA41A0-C1A1-4FEC-A767-CF95E466BB3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633200" y="6299200"/>
            <a:ext cx="406400" cy="406400"/>
          </a:xfrm>
          <a:prstGeom prst="rect">
            <a:avLst/>
          </a:prstGeom>
        </p:spPr>
      </p:pic>
    </p:spTree>
    <p:extLst>
      <p:ext uri="{BB962C8B-B14F-4D97-AF65-F5344CB8AC3E}">
        <p14:creationId xmlns:p14="http://schemas.microsoft.com/office/powerpoint/2010/main" val="3863643906"/>
      </p:ext>
    </p:extLst>
  </p:cSld>
  <p:clrMapOvr>
    <a:masterClrMapping/>
  </p:clrMapOvr>
  <mc:AlternateContent xmlns:mc="http://schemas.openxmlformats.org/markup-compatibility/2006" xmlns:p14="http://schemas.microsoft.com/office/powerpoint/2010/main">
    <mc:Choice Requires="p14">
      <p:transition spd="slow" p14:dur="2000" advTm="6330"/>
    </mc:Choice>
    <mc:Fallback xmlns="">
      <p:transition spd="slow" advTm="6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7D04-5690-4F97-88D1-17551E76B1D4}"/>
              </a:ext>
            </a:extLst>
          </p:cNvPr>
          <p:cNvSpPr>
            <a:spLocks noGrp="1"/>
          </p:cNvSpPr>
          <p:nvPr>
            <p:ph type="title"/>
          </p:nvPr>
        </p:nvSpPr>
        <p:spPr/>
        <p:txBody>
          <a:bodyPr/>
          <a:lstStyle/>
          <a:p>
            <a:r>
              <a:rPr lang="en-US" dirty="0"/>
              <a:t>What is </a:t>
            </a:r>
            <a:r>
              <a:rPr lang="en-US" u="sng" dirty="0"/>
              <a:t>marker interfaces</a:t>
            </a:r>
            <a:br>
              <a:rPr lang="en-US" dirty="0"/>
            </a:br>
            <a:endParaRPr lang="en-US" dirty="0"/>
          </a:p>
        </p:txBody>
      </p:sp>
      <p:sp>
        <p:nvSpPr>
          <p:cNvPr id="3" name="Content Placeholder 2">
            <a:extLst>
              <a:ext uri="{FF2B5EF4-FFF2-40B4-BE49-F238E27FC236}">
                <a16:creationId xmlns:a16="http://schemas.microsoft.com/office/drawing/2014/main" id="{07F6CC3F-E09F-4C83-91E7-5B32E039A361}"/>
              </a:ext>
            </a:extLst>
          </p:cNvPr>
          <p:cNvSpPr>
            <a:spLocks noGrp="1"/>
          </p:cNvSpPr>
          <p:nvPr>
            <p:ph idx="1"/>
          </p:nvPr>
        </p:nvSpPr>
        <p:spPr/>
        <p:txBody>
          <a:bodyPr/>
          <a:lstStyle/>
          <a:p>
            <a:pPr lvl="0"/>
            <a:r>
              <a:rPr lang="en-US" b="1" dirty="0"/>
              <a:t>Interfaces in Java provide a way to achieve abstraction, encapsulation, and polymorphism. They allow for loose coupling between components and facilitate code reuse and modularity. Interfaces are extensively used in Java APIs and frameworks, enabling developers to define and implement different behavior while adhering to a common contract.</a:t>
            </a:r>
            <a:endParaRPr lang="en-US" dirty="0"/>
          </a:p>
          <a:p>
            <a:pPr lvl="0"/>
            <a:r>
              <a:rPr lang="en-US" b="1" dirty="0"/>
              <a:t>marker interfaces in Java are used for adding metadata or indicating specific characteristics to classes at runtime. They enable conditional behavior, integration with frameworks, and serve as a form of documentation. Marker interfaces provide flexibility, extensibility, and compile-time validation in certain cases. They are lightweight and offer a way to enhance code readability and communicate intent.</a:t>
            </a:r>
            <a:endParaRPr lang="en-US" dirty="0"/>
          </a:p>
          <a:p>
            <a:endParaRPr lang="en-US" dirty="0"/>
          </a:p>
        </p:txBody>
      </p:sp>
    </p:spTree>
    <p:extLst>
      <p:ext uri="{BB962C8B-B14F-4D97-AF65-F5344CB8AC3E}">
        <p14:creationId xmlns:p14="http://schemas.microsoft.com/office/powerpoint/2010/main" val="163248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1F21-369D-4A0B-AC15-3E24AD8E7B72}"/>
              </a:ext>
            </a:extLst>
          </p:cNvPr>
          <p:cNvSpPr>
            <a:spLocks noGrp="1"/>
          </p:cNvSpPr>
          <p:nvPr>
            <p:ph type="title"/>
          </p:nvPr>
        </p:nvSpPr>
        <p:spPr/>
        <p:txBody>
          <a:bodyPr/>
          <a:lstStyle/>
          <a:p>
            <a:pPr lvl="0"/>
            <a:r>
              <a:rPr lang="en-US" dirty="0"/>
              <a:t>What is </a:t>
            </a:r>
            <a:r>
              <a:rPr lang="en-US" u="sng" dirty="0"/>
              <a:t>the Static keyword</a:t>
            </a:r>
            <a:br>
              <a:rPr lang="en-US" dirty="0"/>
            </a:br>
            <a:endParaRPr lang="en-US" dirty="0"/>
          </a:p>
        </p:txBody>
      </p:sp>
      <p:sp>
        <p:nvSpPr>
          <p:cNvPr id="3" name="Content Placeholder 2">
            <a:extLst>
              <a:ext uri="{FF2B5EF4-FFF2-40B4-BE49-F238E27FC236}">
                <a16:creationId xmlns:a16="http://schemas.microsoft.com/office/drawing/2014/main" id="{52F07546-987A-4B90-9DE5-EE09F301E57E}"/>
              </a:ext>
            </a:extLst>
          </p:cNvPr>
          <p:cNvSpPr>
            <a:spLocks noGrp="1"/>
          </p:cNvSpPr>
          <p:nvPr>
            <p:ph idx="1"/>
          </p:nvPr>
        </p:nvSpPr>
        <p:spPr>
          <a:xfrm>
            <a:off x="669304" y="2149311"/>
            <a:ext cx="11265030" cy="4609707"/>
          </a:xfrm>
        </p:spPr>
        <p:txBody>
          <a:bodyPr>
            <a:normAutofit lnSpcReduction="10000"/>
          </a:bodyPr>
          <a:lstStyle/>
          <a:p>
            <a:pPr lvl="0"/>
            <a:r>
              <a:rPr lang="en-US" b="1" dirty="0"/>
              <a:t>In Java, the static keyword is used to define a member (variable or method) that belongs to the class itself, rather than to an instance of the class. It has the following implications:</a:t>
            </a:r>
          </a:p>
          <a:p>
            <a:r>
              <a:rPr lang="en-US" b="1" dirty="0"/>
              <a:t> </a:t>
            </a:r>
          </a:p>
          <a:p>
            <a:pPr lvl="0"/>
            <a:r>
              <a:rPr lang="en-US" b="1" dirty="0"/>
              <a:t>Static Variables: A static variable, also known as a class variable, is shared among all instances of a class. It is initialized only once when the class is loaded into memory and remains the same for all instances. Static variables are declared with the static keyword and can be accessed using the class name.</a:t>
            </a:r>
          </a:p>
          <a:p>
            <a:pPr lvl="0"/>
            <a:r>
              <a:rPr lang="en-US" b="1" dirty="0"/>
              <a:t>Static Methods: A static method belongs to the class itself and can be invoked without creating an instance of the class. Static methods are useful for utility or helper methods that do not rely on instance-specific data. They can only directly access static variables or other static methods.</a:t>
            </a:r>
          </a:p>
          <a:p>
            <a:r>
              <a:rPr lang="en-US" b="1" dirty="0"/>
              <a:t> </a:t>
            </a:r>
          </a:p>
          <a:p>
            <a:r>
              <a:rPr lang="en-US" b="1" dirty="0"/>
              <a:t>Static Blocks: A static block is a block of code enclosed in curly braces and preceded by the static keyword. It is used to initialize static variables or perform other one-time operations when the class is loaded. Static blocks are executed before the execution of any instance methods or the creation of any instances</a:t>
            </a:r>
          </a:p>
        </p:txBody>
      </p:sp>
    </p:spTree>
    <p:extLst>
      <p:ext uri="{BB962C8B-B14F-4D97-AF65-F5344CB8AC3E}">
        <p14:creationId xmlns:p14="http://schemas.microsoft.com/office/powerpoint/2010/main" val="21044424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Template>
  <TotalTime>2235</TotalTime>
  <Words>996</Words>
  <Application>Microsoft Office PowerPoint</Application>
  <PresentationFormat>Widescreen</PresentationFormat>
  <Paragraphs>43</Paragraphs>
  <Slides>7</Slides>
  <Notes>0</Notes>
  <HiddenSlides>0</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Ion Boardroom</vt:lpstr>
      <vt:lpstr>JAVA INTERVIEW QUETIONS</vt:lpstr>
      <vt:lpstr>What is Functional Interface  in java </vt:lpstr>
      <vt:lpstr>What is Singletone class in java </vt:lpstr>
      <vt:lpstr>What is Interface in java </vt:lpstr>
      <vt:lpstr>What is diff Abstract classes and interfaces </vt:lpstr>
      <vt:lpstr>What is marker interfaces </vt:lpstr>
      <vt:lpstr>What is the Static keyword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IN TERVIWE QUETIONS</dc:title>
  <dc:creator>HP</dc:creator>
  <cp:lastModifiedBy>HP</cp:lastModifiedBy>
  <cp:revision>6</cp:revision>
  <dcterms:created xsi:type="dcterms:W3CDTF">2024-08-17T13:19:59Z</dcterms:created>
  <dcterms:modified xsi:type="dcterms:W3CDTF">2024-08-19T02:43:49Z</dcterms:modified>
</cp:coreProperties>
</file>