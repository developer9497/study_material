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56" r:id="rId3"/>
    <p:sldId id="261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6CAC-A9A0-4AAA-A0D0-A69346FB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B1C9-F481-477D-B57E-C8D67C43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4831-C116-4954-9432-1A4FD6C7C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607424"/>
            <a:ext cx="8915399" cy="1379764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Microservises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CFEAC-74BD-4340-9D57-DFDDF50F6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1898" y="2896327"/>
            <a:ext cx="8915399" cy="179487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Why microservice coming to picture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what is monolithic architecture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/>
              <a:t>Reasons for Using Microservice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/>
              <a:t>Advantages of Microservices </a:t>
            </a:r>
            <a:endParaRPr lang="en-US" dirty="0"/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i="1" dirty="0"/>
              <a:t>Disadvantages of Microservices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CC2B-FFC0-4B7E-904A-00070233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Architecture &amp; Microservice Arc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BF95BE1-B17D-42BA-9370-75848B401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965" y="1826170"/>
            <a:ext cx="7424789" cy="4721405"/>
          </a:xfrm>
        </p:spPr>
      </p:pic>
    </p:spTree>
    <p:extLst>
      <p:ext uri="{BB962C8B-B14F-4D97-AF65-F5344CB8AC3E}">
        <p14:creationId xmlns:p14="http://schemas.microsoft.com/office/powerpoint/2010/main" val="239159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2EE0-3DC7-4907-9DE1-9C0CC697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microservice coming to picture and</a:t>
            </a:r>
            <a:br>
              <a:rPr lang="en-US" dirty="0"/>
            </a:br>
            <a:r>
              <a:rPr lang="en-US" dirty="0"/>
              <a:t>what is monolithic architecture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F7045-A2E2-4E3F-A4DA-DE2E3B670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monolithic application, everything is interconnected. This structure presents several challenges:</a:t>
            </a:r>
          </a:p>
          <a:p>
            <a:r>
              <a:rPr lang="en-US" b="1" dirty="0"/>
              <a:t>Complexity:</a:t>
            </a:r>
            <a:r>
              <a:rPr lang="en-US" dirty="0"/>
              <a:t> Large applications are difficult to understand and manage.</a:t>
            </a:r>
          </a:p>
          <a:p>
            <a:r>
              <a:rPr lang="en-US" b="1" dirty="0"/>
              <a:t>Testing:</a:t>
            </a:r>
            <a:r>
              <a:rPr lang="en-US" dirty="0"/>
              <a:t> Extensive manual testing is required to ensure changes don’t break the application.</a:t>
            </a:r>
          </a:p>
          <a:p>
            <a:r>
              <a:rPr lang="en-US" b="1" dirty="0"/>
              <a:t>Common Database:</a:t>
            </a:r>
            <a:r>
              <a:rPr lang="en-US" dirty="0"/>
              <a:t> A single database supports the entire application, creating bottlenecks.</a:t>
            </a:r>
          </a:p>
          <a:p>
            <a:r>
              <a:rPr lang="en-US" b="1" dirty="0"/>
              <a:t>Deployment:</a:t>
            </a:r>
            <a:r>
              <a:rPr lang="en-US" dirty="0"/>
              <a:t> Even small changes require redeploying the whole application.</a:t>
            </a:r>
          </a:p>
          <a:p>
            <a:r>
              <a:rPr lang="en-US" b="1" dirty="0"/>
              <a:t>Startup Time:</a:t>
            </a:r>
            <a:r>
              <a:rPr lang="en-US" dirty="0"/>
              <a:t> Large applications can be slow to start 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9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60C5-CF1B-4F0C-BCC6-CC84DAD1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Reasons for Using Microservice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F699-C82A-437C-8FBE-9A0279E55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i="1" dirty="0"/>
              <a:t>In monolithic applications, there are a few challenges:</a:t>
            </a:r>
            <a:endParaRPr lang="en-US" dirty="0"/>
          </a:p>
          <a:p>
            <a:pPr lvl="0" fontAlgn="base"/>
            <a:r>
              <a:rPr lang="en-US" i="1" dirty="0"/>
              <a:t>For a large application, it is difficult to understand the complexity and make code changes fast and correctly, sometimes it becomes hard to manage the code</a:t>
            </a:r>
            <a:endParaRPr lang="en-US" dirty="0"/>
          </a:p>
          <a:p>
            <a:pPr lvl="0" fontAlgn="base"/>
            <a:r>
              <a:rPr lang="en-US" i="1" dirty="0"/>
              <a:t>Applications need extensive manual testing to ensure the impact of changes</a:t>
            </a:r>
            <a:endParaRPr lang="en-US" dirty="0"/>
          </a:p>
          <a:p>
            <a:pPr lvl="0" fontAlgn="base"/>
            <a:r>
              <a:rPr lang="en-US" i="1" dirty="0"/>
              <a:t>An application typically shares a common relational database to support the whole application</a:t>
            </a:r>
            <a:endParaRPr lang="en-US" dirty="0"/>
          </a:p>
          <a:p>
            <a:pPr lvl="0" fontAlgn="base"/>
            <a:r>
              <a:rPr lang="en-US" i="1" dirty="0"/>
              <a:t>For small changes, the whole application needs to be built and deployed</a:t>
            </a:r>
            <a:endParaRPr lang="en-US" dirty="0"/>
          </a:p>
          <a:p>
            <a:pPr lvl="0" fontAlgn="base"/>
            <a:r>
              <a:rPr lang="en-US" i="1" dirty="0"/>
              <a:t>The heavy application slows down start-up time</a:t>
            </a:r>
            <a:endParaRPr lang="en-US" dirty="0"/>
          </a:p>
          <a:p>
            <a:pPr fontAlgn="base"/>
            <a:r>
              <a:rPr lang="en-US" i="1" dirty="0"/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5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C157-112E-42D1-9908-3B9F77C0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Advantages of Microservices 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8EBE3C0-C9B0-42F6-BFA0-04362D967F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4731" y="1735286"/>
            <a:ext cx="12822967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 individual components to handle high traffic and adapt to demands.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 and Agility: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independent development, deployment, and updates for faster 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 and continuous delivery.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Isolation: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Operate independently, ensuring system stability and resilience despite failures.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Diversity: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 different technologies for each service, fostering innovation.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 work independently on specific services, enhancing productivity and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speeding up time-to-market. </a:t>
            </a:r>
          </a:p>
        </p:txBody>
      </p:sp>
    </p:spTree>
    <p:extLst>
      <p:ext uri="{BB962C8B-B14F-4D97-AF65-F5344CB8AC3E}">
        <p14:creationId xmlns:p14="http://schemas.microsoft.com/office/powerpoint/2010/main" val="370827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EEF8-4B75-4E17-BC9E-24FDB895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Disadvantages of Microservices: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AC8EF-3F4A-44A7-8921-E9709E311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Complexity: More complex than monolithic systems, making development, testing, and debugging harder.</a:t>
            </a:r>
          </a:p>
          <a:p>
            <a:r>
              <a:rPr lang="en-US" dirty="0"/>
              <a:t>Operational Effort: Requires extra effort to manage and maintain multiple services.</a:t>
            </a:r>
          </a:p>
          <a:p>
            <a:r>
              <a:rPr lang="en-US" dirty="0"/>
              <a:t>Network Delay: Communication between services can introduce delays, impacting performance.</a:t>
            </a:r>
          </a:p>
          <a:p>
            <a:r>
              <a:rPr lang="en-US" dirty="0"/>
              <a:t>Data Consistency: Challenging to maintain consistent data across decentralized storage.</a:t>
            </a:r>
          </a:p>
          <a:p>
            <a:r>
              <a:rPr lang="en-US" dirty="0"/>
              <a:t>Distributed System Challenges: Issue</a:t>
            </a:r>
          </a:p>
        </p:txBody>
      </p:sp>
    </p:spTree>
    <p:extLst>
      <p:ext uri="{BB962C8B-B14F-4D97-AF65-F5344CB8AC3E}">
        <p14:creationId xmlns:p14="http://schemas.microsoft.com/office/powerpoint/2010/main" val="19184705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3487</TotalTime>
  <Words>355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Wisp</vt:lpstr>
      <vt:lpstr>PowerPoint Presentation</vt:lpstr>
      <vt:lpstr>What is Microservises</vt:lpstr>
      <vt:lpstr>Monolithic Architecture &amp; Microservice Arc</vt:lpstr>
      <vt:lpstr>Why microservice coming to picture and what is monolithic architecture  </vt:lpstr>
      <vt:lpstr>Reasons for Using Microservice </vt:lpstr>
      <vt:lpstr>Advantages of Microservices  </vt:lpstr>
      <vt:lpstr>Disadvantages of Microservices: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Microservises</dc:title>
  <dc:creator>HP</dc:creator>
  <cp:lastModifiedBy>HP</cp:lastModifiedBy>
  <cp:revision>7</cp:revision>
  <dcterms:created xsi:type="dcterms:W3CDTF">2024-08-02T18:55:36Z</dcterms:created>
  <dcterms:modified xsi:type="dcterms:W3CDTF">2024-08-05T05:02:59Z</dcterms:modified>
</cp:coreProperties>
</file>